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8" r:id="rId2"/>
    <p:sldId id="281" r:id="rId3"/>
    <p:sldId id="290" r:id="rId4"/>
    <p:sldId id="293" r:id="rId5"/>
    <p:sldId id="299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7/26/2026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9F277-D966-5891-8E8E-FE1852E6B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63166A99-EAE2-2E28-993F-D5871297B2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4ED88F3D-7791-59C8-716F-0AAD4C669A9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CC82298B-112C-33CB-5F98-D6F1C4A4C6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0513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7/26/2026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7/26/2026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7/26/2026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7/26/2026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7/26/2026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streamlit.io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plotly.com/python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A033A5-F70E-7E73-0B8C-FA62C08DE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99EC04-BCF1-5A69-7D5A-95D43C976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Subtitle 3">
            <a:extLst>
              <a:ext uri="{FF2B5EF4-FFF2-40B4-BE49-F238E27FC236}">
                <a16:creationId xmlns:a16="http://schemas.microsoft.com/office/drawing/2014/main" id="{E0A8E5C6-6BFC-01E5-DDF5-B6A7738A64F4}"/>
              </a:ext>
            </a:extLst>
          </p:cNvPr>
          <p:cNvSpPr txBox="1">
            <a:spLocks/>
          </p:cNvSpPr>
          <p:nvPr/>
        </p:nvSpPr>
        <p:spPr bwMode="auto">
          <a:xfrm>
            <a:off x="1415369" y="-365784"/>
            <a:ext cx="8534400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marL="4572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2pPr>
            <a:lvl3pPr marL="9144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3pPr>
            <a:lvl4pPr marL="13716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4pPr>
            <a:lvl5pPr marL="1828800" indent="0" algn="ctr" defTabSz="457200" rtl="0" eaLnBrk="0" fontAlgn="base" hangingPunct="0">
              <a:spcBef>
                <a:spcPct val="20000"/>
              </a:spcBef>
              <a:spcAft>
                <a:spcPct val="0"/>
              </a:spcAft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ＭＳ Ｐゴシック" charset="0"/>
                <a:cs typeface="+mn-cs"/>
              </a:defRPr>
            </a:lvl5pPr>
            <a:lvl6pPr marL="22860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B1BDE7-2DA0-F526-CF6E-F50D43C2C5FE}"/>
              </a:ext>
            </a:extLst>
          </p:cNvPr>
          <p:cNvSpPr txBox="1"/>
          <p:nvPr/>
        </p:nvSpPr>
        <p:spPr>
          <a:xfrm>
            <a:off x="554387" y="1085666"/>
            <a:ext cx="11065720" cy="4686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 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Behavioral Anomaly Detection System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IN" sz="2400" b="1" dirty="0"/>
              <a:t>Cyber Security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Name (Registered on portal): Ansh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Student ID: 23BAI1384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9884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8864078-AD3E-CB6F-6558-E8D44D173E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200" y="1131012"/>
            <a:ext cx="11855548" cy="43858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&amp; Detailed Explanation:</a:t>
            </a:r>
            <a:endParaRPr kumimoji="0" lang="en-US" altLang="en-US" sz="60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intelligent Security Operations Center (SOC) dashboard that monitors access logs in real-time.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Replaces static, rule-based security with Machine Learning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to detect subtle, behavioral anomalies (e.g., unusual login hours, lateral movement).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ranks and queues alerts based on an AI-calculated risk score.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How it addresses the problem:</a:t>
            </a:r>
            <a:endParaRPr kumimoji="0" lang="en-US" altLang="en-US" sz="20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Catches zero-day threats and insider attacks that bypass traditional firewall rules.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Innovation and uniqueness:</a:t>
            </a:r>
            <a:endParaRPr kumimoji="0" lang="en-US" altLang="en-US" sz="20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Trust via Transparency: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Integrates Explainable AI (SHAP) so security analysts can see the exact features (e.g., failed logins) that triggered the AI.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Custom-built, dark-themed cyber UI optimized for high-stress SOC environments.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600" y="88897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4928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492875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7EB962A-641D-53A5-919F-8C817E1702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2936" y="1078308"/>
            <a:ext cx="9502219" cy="5463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to be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sng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Python 3.9+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Frameworks &amp; UI: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(Frontend), Custom CSS (Theming)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Scikit-Learn,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SHAP (Explainability)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&amp; Visualization: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Pandas, NumPy,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Express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and Process for Implementation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1 (Data):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generate_data.py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simulates network traffic and injects synthetic anomalies</a:t>
            </a:r>
            <a:r>
              <a:rPr lang="en-US" alt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2 (Training):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train_model.py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trains the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classifier and exports a serialized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model_pipeline.pkl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en-US" sz="4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Phase 3 (Deployment):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app.py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consumes live data streams and renders the real-time SOC dashboard</a:t>
            </a:r>
            <a:r>
              <a:rPr lang="en-US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C06E8D-CE7B-9BB4-123E-23C74A43CC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640" y="1309169"/>
            <a:ext cx="3458590" cy="18880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73B996-8764-B0C2-DD5B-FE84F9EA7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85" y="1394456"/>
            <a:ext cx="8876679" cy="46628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 of the Feasibility: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Highly feasible: Built entirely on robust, open-source Python libraries with no expensive proprietary dependencies.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Lightweight architecture allows it to run smoothly on standard SOC hardware without GPU requirements.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Potential Challenges and Risks: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false-positive rates causing "alert fatigue" for security analysts.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Risk: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ML models acting as a "black box," leading to a lack of trust from security teams.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Strategies for Overcoming Challenges: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Utilizing SHAP visual explainers directly addresses the "black box" risk by providing human-readable justifications for every alert.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Strategy: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Implementing a Ranked Alert Queue prioritizes high-confidence anomalies, significantly reducing alert fatigue.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09052-50AE-B3C2-6A1C-5CFF37D94A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5E03BF1A-7989-5C44-934B-D93E149184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ARTIFACTS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4AAA-63FC-5F17-FE74-5405495A1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4C6332B-BBD9-799D-50C5-6A19BC85E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6D021D-3AB3-F2E3-8E05-6D44E7A765D9}"/>
              </a:ext>
            </a:extLst>
          </p:cNvPr>
          <p:cNvSpPr txBox="1"/>
          <p:nvPr/>
        </p:nvSpPr>
        <p:spPr>
          <a:xfrm>
            <a:off x="609599" y="1135141"/>
            <a:ext cx="64605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 Embedded: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Core detection scripts (app.py, train_model.py) and packaged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model_pipeline.pkl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7B78A8-3C22-E036-921C-BBED5AC85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901" y="2309567"/>
            <a:ext cx="4336330" cy="2492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07B8EBC-8225-2E07-1D05-3F46B4A119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932" y="1957102"/>
            <a:ext cx="4549316" cy="183694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74FF044-A580-15DF-ABFB-E1B825F47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9646" y="4035832"/>
            <a:ext cx="5957740" cy="253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447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C25D81-5304-5FBE-AF95-1A431BC3F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8282" y="2132495"/>
            <a:ext cx="10344118" cy="30008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Details and Links: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Chen, T., &amp;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Guestrin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C. (2016). </a:t>
            </a:r>
            <a:r>
              <a:rPr kumimoji="0" lang="en-US" altLang="en-US" sz="2400" b="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Scalable Tree Boosting System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ACM SIGKDD.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Lundberg, S. M., &amp; Lee, S.-I. (2017).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Unified Approach to Interpreting Model Predictions (SHAP)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Advances in Neural Information Processing Systems.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Documentation: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https://docs.streamlit.io/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Graphing Libraries: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https://plotly.com/python/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7715</TotalTime>
  <Words>552</Words>
  <Application>Microsoft Office PowerPoint</Application>
  <PresentationFormat>Widescreen</PresentationFormat>
  <Paragraphs>69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MS PGothic</vt:lpstr>
      <vt:lpstr>Arial</vt:lpstr>
      <vt:lpstr>Calibri</vt:lpstr>
      <vt:lpstr>Times New Roman</vt:lpstr>
      <vt:lpstr>TradeGothic</vt:lpstr>
      <vt:lpstr>Office Theme</vt:lpstr>
      <vt:lpstr>PowerPoint Presentation</vt:lpstr>
      <vt:lpstr> IDEA TITLE</vt:lpstr>
      <vt:lpstr>TECHNICAL APPROACH</vt:lpstr>
      <vt:lpstr>FEASIBILITY AND VIABILITY</vt:lpstr>
      <vt:lpstr>ARTIFACTS</vt:lpstr>
      <vt:lpstr>RESEARCH  AND REFERENCES</vt:lpstr>
    </vt:vector>
  </TitlesOfParts>
  <Manager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 Template</dc:title>
  <dc:subject/>
  <dc:creator>Pankaj</dc:creator>
  <cp:keywords/>
  <dc:description/>
  <cp:lastModifiedBy>Ansh</cp:lastModifiedBy>
  <cp:revision>154</cp:revision>
  <dcterms:created xsi:type="dcterms:W3CDTF">2013-12-12T18:46:50Z</dcterms:created>
  <dcterms:modified xsi:type="dcterms:W3CDTF">2026-07-25T21:04:30Z</dcterms:modified>
  <cp:category/>
</cp:coreProperties>
</file>